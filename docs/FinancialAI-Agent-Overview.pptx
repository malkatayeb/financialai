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Financial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Bank Discount — capabilities, build, and runtime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Answers in natural language about money: balance, spending by category, budget vs limit.</a:t>
            </a:r>
          </a:p>
          <a:p>
            <a:pPr>
              <a:defRPr sz="2000"/>
            </a:pPr>
            <a:r>
              <a:t>Uses real data: tools run JPA queries on the in-memory H2 database (seeded transactions &amp; budgets).</a:t>
            </a:r>
          </a:p>
          <a:p>
            <a:pPr>
              <a:defRPr sz="2000"/>
            </a:pPr>
            <a:r>
              <a:t>Multi-turn memory: optional sessionId isolates conversation context (default session if omitted).</a:t>
            </a:r>
          </a:p>
          <a:p>
            <a:pPr>
              <a:defRPr sz="2000"/>
            </a:pPr>
            <a:r>
              <a:t>Simple API: POST or GET /api/chat — one endpoint for all intents (no hand-coded message routing).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How we built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Java 21 + Spring Boot 3.3 (REST, JPA, H2).</a:t>
            </a:r>
          </a:p>
          <a:p>
            <a:pPr>
              <a:defRPr sz="2000"/>
            </a:pPr>
            <a:r>
              <a:t>LangChain4j: @AiService advisor + @Tool methods on a Spring @Service bean.</a:t>
            </a:r>
          </a:p>
          <a:p>
            <a:pPr>
              <a:defRPr sz="2000"/>
            </a:pPr>
            <a:r>
              <a:t>Ollama: local chat model (e.g. llama3.2) via langchain4j-ollama-spring-boot-starter + application.yml.</a:t>
            </a:r>
          </a:p>
          <a:p>
            <a:pPr>
              <a:defRPr sz="2000"/>
            </a:pPr>
            <a:r>
              <a:t>Docker Compose option: app + Ollama + model pull; or run Maven locally against localhost:11434.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What it is doing (request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Single entry — every chat calls financialAgent.chat(memoryId, message) from /api/chat.</a:t>
            </a:r>
          </a:p>
          <a:p>
            <a:pPr>
              <a:defRPr sz="2000"/>
            </a:pPr>
            <a:r>
              <a:t>2. Tools wired — @AiService(tools = "bankingService") exposes @Tool names, descriptions, parameters to the LLM.</a:t>
            </a:r>
          </a:p>
          <a:p>
            <a:pPr>
              <a:defRPr sz="2000"/>
            </a:pPr>
            <a:r>
              <a:t>3. Model decides — Ollama receives system + user text + tool definitions; it replies with tool calls or final text.</a:t>
            </a:r>
          </a:p>
          <a:p>
            <a:pPr>
              <a:defRPr sz="2000"/>
            </a:pPr>
            <a:r>
              <a:t>4. Java executes — LangChain4j invokes BankingService methods (not arbitrary HTTP); results return to the model.</a:t>
            </a:r>
          </a:p>
          <a:p>
            <a:pPr>
              <a:defRPr sz="2000"/>
            </a:pPr>
            <a:r>
              <a:t>5. Loop until done — the model may call more tools, then returns the final reply string to the client.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Registered tools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getBalance — sum of posted transactions (credits minus debits).</a:t>
            </a:r>
          </a:p>
          <a:p>
            <a:pPr>
              <a:defRPr sz="2000"/>
            </a:pPr>
            <a:r>
              <a:t>getTransactionsByCategory(category) — recent rows for that category.</a:t>
            </a:r>
          </a:p>
          <a:p>
            <a:pPr>
              <a:defRPr sz="2000"/>
            </a:pPr>
            <a:r>
              <a:t>checkBudgetStatus(category) — spend vs monthly budget for the reporting month; exact over/under.</a:t>
            </a:r>
          </a:p>
          <a:p>
            <a:pPr>
              <a:defRPr sz="2000"/>
            </a:pPr>
            <a:r>
              <a:t>The LLM chooses tools from these descriptions; your code does not keyword-match user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Run &amp; try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Docker: docker compose up --build (app on :8080, </a:t>
            </a:r>
            <a:r>
              <a:rPr dirty="0" err="1"/>
              <a:t>Ollama</a:t>
            </a:r>
            <a:r>
              <a:rPr dirty="0"/>
              <a:t> on :11434).</a:t>
            </a:r>
          </a:p>
          <a:p>
            <a:pPr>
              <a:defRPr sz="2000"/>
            </a:pPr>
            <a:r>
              <a:rPr dirty="0"/>
              <a:t>Local: </a:t>
            </a:r>
            <a:r>
              <a:rPr dirty="0" err="1"/>
              <a:t>ollama</a:t>
            </a:r>
            <a:r>
              <a:rPr dirty="0"/>
              <a:t> pull llama3.2, then </a:t>
            </a:r>
            <a:r>
              <a:rPr dirty="0" err="1"/>
              <a:t>mvn</a:t>
            </a:r>
            <a:r>
              <a:rPr dirty="0"/>
              <a:t> </a:t>
            </a:r>
            <a:r>
              <a:rPr dirty="0" err="1"/>
              <a:t>spring-boot:run</a:t>
            </a:r>
            <a:r>
              <a:rPr dirty="0"/>
              <a:t> from project root.</a:t>
            </a:r>
          </a:p>
          <a:p>
            <a:pPr>
              <a:defRPr sz="2000"/>
            </a:pPr>
            <a:r>
              <a:rPr dirty="0"/>
              <a:t>POST http://localhost:8080/api/chat — sample JSON (matches seeded H2 data):</a:t>
            </a:r>
          </a:p>
          <a:p>
            <a:pPr>
              <a:defRPr sz="2000"/>
            </a:pPr>
            <a:r>
              <a:rPr dirty="0"/>
              <a:t>{"</a:t>
            </a:r>
            <a:r>
              <a:rPr dirty="0" err="1"/>
              <a:t>message":"What</a:t>
            </a:r>
            <a:r>
              <a:rPr dirty="0"/>
              <a:t> is my current account balance? Show my recent Groceries transactions and say if I am under or over the Groceries monthly budget.","sessionId":"demo-1"}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A67D42-A0C3-37A7-6646-7168D0FED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42" y="4082301"/>
            <a:ext cx="6540355" cy="20438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430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Financial AI Agent</vt:lpstr>
      <vt:lpstr>Capabilities</vt:lpstr>
      <vt:lpstr>How we built it</vt:lpstr>
      <vt:lpstr>What it is doing (request flow)</vt:lpstr>
      <vt:lpstr>Registered tools (examples)</vt:lpstr>
      <vt:lpstr>Run &amp; try 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Malka Tayeb</cp:lastModifiedBy>
  <cp:revision>2</cp:revision>
  <dcterms:created xsi:type="dcterms:W3CDTF">2013-01-27T09:14:16Z</dcterms:created>
  <dcterms:modified xsi:type="dcterms:W3CDTF">2026-05-03T09:19:48Z</dcterms:modified>
  <cp:category/>
</cp:coreProperties>
</file>